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12: </a:t>
            </a:r>
            <a:r>
              <a:rPr lang="en-US" sz="4800" dirty="0"/>
              <a:t>Control Structures II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12: Control Structures II</a:t>
            </a: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Identify the appropriate control structures to apply to solve a problem</a:t>
            </a:r>
          </a:p>
          <a:p>
            <a:pPr marL="757238" lvl="2"/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Create a simple function</a:t>
            </a:r>
            <a:r>
              <a:rPr lang="en-US" dirty="0"/>
              <a:t> </a:t>
            </a:r>
          </a:p>
          <a:p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13: Data Manipulation in Base R</a:t>
            </a: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 data using Base R functions</a:t>
            </a:r>
          </a:p>
          <a:p>
            <a:pPr marL="1100138" lvl="2" indent="-342900">
              <a:buAutoNum type="arabicPeriod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Transform data using Base R functions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Join data using Base R functions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basic plot using Base R</a:t>
            </a:r>
            <a:r>
              <a:rPr lang="en-US" dirty="0"/>
              <a:t> </a:t>
            </a:r>
          </a:p>
          <a:p>
            <a:pPr marL="757238" lvl="2"/>
            <a:endParaRPr lang="en-US" dirty="0"/>
          </a:p>
          <a:p>
            <a:pPr marL="300038" indent="-457200">
              <a:buFont typeface="Arial" panose="020B0604020202020204" pitchFamily="34" charset="0"/>
              <a:buChar char="•"/>
            </a:pPr>
            <a:r>
              <a:rPr lang="en-US" sz="3200" dirty="0"/>
              <a:t>In Class Quiz 2 </a:t>
            </a:r>
            <a:r>
              <a:rPr lang="en-US" sz="3200"/>
              <a:t>next class!</a:t>
            </a:r>
            <a:endParaRPr lang="en-US" sz="3200" dirty="0"/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12: Control Structures II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MacGibbon, James E CPT</cp:lastModifiedBy>
  <cp:revision>1</cp:revision>
  <dcterms:created xsi:type="dcterms:W3CDTF">2022-02-03T16:03:15Z</dcterms:created>
  <dcterms:modified xsi:type="dcterms:W3CDTF">2022-02-03T16:05:22Z</dcterms:modified>
</cp:coreProperties>
</file>